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21599525" cy="32399288"/>
  <p:notesSz cx="6858000" cy="9144000"/>
  <p:defaultTextStyle>
    <a:defPPr>
      <a:defRPr lang="zh-CN"/>
    </a:defPPr>
    <a:lvl1pPr marL="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1pPr>
    <a:lvl2pPr marL="1295933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2pPr>
    <a:lvl3pPr marL="25918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3pPr>
    <a:lvl4pPr marL="388780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4pPr>
    <a:lvl5pPr marL="5183734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5pPr>
    <a:lvl6pPr marL="64796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6pPr>
    <a:lvl7pPr marL="777560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7pPr>
    <a:lvl8pPr marL="9071534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8pPr>
    <a:lvl9pPr marL="103674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54F"/>
    <a:srgbClr val="FEB7B3"/>
    <a:srgbClr val="FFE89C"/>
    <a:srgbClr val="B9D3EE"/>
    <a:srgbClr val="E8F1FA"/>
    <a:srgbClr val="FFD7D5"/>
    <a:srgbClr val="FEF4F3"/>
    <a:srgbClr val="FFE8BE"/>
    <a:srgbClr val="FFF4E6"/>
    <a:srgbClr val="D8F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9" autoAdjust="0"/>
    <p:restoredTop sz="94660"/>
  </p:normalViewPr>
  <p:slideViewPr>
    <p:cSldViewPr snapToGrid="0">
      <p:cViewPr varScale="1">
        <p:scale>
          <a:sx n="23" d="100"/>
          <a:sy n="23" d="100"/>
        </p:scale>
        <p:origin x="34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A3BFF-60CE-4B51-B36E-EB5C13A08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9941" y="5302386"/>
            <a:ext cx="16199644" cy="11279752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82F016-C046-4AD4-AE1D-567D1327B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4252"/>
            </a:lvl1pPr>
            <a:lvl2pPr marL="809976" indent="0" algn="ctr">
              <a:buNone/>
              <a:defRPr sz="3543"/>
            </a:lvl2pPr>
            <a:lvl3pPr marL="1619951" indent="0" algn="ctr">
              <a:buNone/>
              <a:defRPr sz="3189"/>
            </a:lvl3pPr>
            <a:lvl4pPr marL="2429927" indent="0" algn="ctr">
              <a:buNone/>
              <a:defRPr sz="2835"/>
            </a:lvl4pPr>
            <a:lvl5pPr marL="3239902" indent="0" algn="ctr">
              <a:buNone/>
              <a:defRPr sz="2835"/>
            </a:lvl5pPr>
            <a:lvl6pPr marL="4049878" indent="0" algn="ctr">
              <a:buNone/>
              <a:defRPr sz="2835"/>
            </a:lvl6pPr>
            <a:lvl7pPr marL="4859853" indent="0" algn="ctr">
              <a:buNone/>
              <a:defRPr sz="2835"/>
            </a:lvl7pPr>
            <a:lvl8pPr marL="5669829" indent="0" algn="ctr">
              <a:buNone/>
              <a:defRPr sz="2835"/>
            </a:lvl8pPr>
            <a:lvl9pPr marL="6479804" indent="0" algn="ctr">
              <a:buNone/>
              <a:defRPr sz="283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018FDF-0379-4697-BC0A-E48DC967F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713DD-37B7-4672-BFAB-580A8B6B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3D2E74-63E1-43ED-A179-F1F1BB36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32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8B7A0-09B1-4FFF-B546-3B801372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B6C11-5F60-49CB-A2E2-C204CD655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C3865-DD3C-49E9-9554-CEA7C5FDF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C62F34-25D1-4D39-A821-DB09BD5D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FDF001-DEB4-4ED1-B0BC-44A9334C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14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BE3A0-4832-4D93-9A39-A34071718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18" y="8077327"/>
            <a:ext cx="18629590" cy="13477201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664210-5744-4000-9650-77C73F71B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718" y="21682028"/>
            <a:ext cx="18629590" cy="7087342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  <a:lvl2pPr marL="809976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2pPr>
            <a:lvl3pPr marL="1619951" indent="0">
              <a:buNone/>
              <a:defRPr sz="3189">
                <a:solidFill>
                  <a:schemeClr val="tx1">
                    <a:tint val="75000"/>
                  </a:schemeClr>
                </a:solidFill>
              </a:defRPr>
            </a:lvl3pPr>
            <a:lvl4pPr marL="242992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4pPr>
            <a:lvl5pPr marL="3239902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5pPr>
            <a:lvl6pPr marL="4049878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6pPr>
            <a:lvl7pPr marL="4859853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7pPr>
            <a:lvl8pPr marL="5669829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8pPr>
            <a:lvl9pPr marL="6479804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EF42D9-F7F4-4797-A429-9B68162C1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90F64-F000-40EA-85E6-B97E1A58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1F43C-0528-43D3-B502-F6DDDF84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07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9D2D2-3DB9-4407-9A98-65C54421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D8E30A-3C5A-485C-994D-9FD7F509F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B3907F-4E27-414D-B6F0-0A437DF2B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AA4BB0-52E7-450B-A62C-0EC996ED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29E07A-021D-4351-B4DB-681D35531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ED974F-FAFD-4EE8-BC28-89AB2A46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97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8A595-99E1-49AD-ADE2-523E34A30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1" y="1724964"/>
            <a:ext cx="18629590" cy="62623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56B76C-BE1B-4CB1-9736-9F5D055E0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781" y="7942328"/>
            <a:ext cx="9137611" cy="3892412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A8BF3C-8EBF-4C79-B435-521833CC7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7781" y="11834740"/>
            <a:ext cx="9137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0794EB-B22E-4F61-8DD7-B762A8685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934760" y="7942328"/>
            <a:ext cx="9182611" cy="3892412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37BA5F-E019-461A-B210-2944E1CA2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934760" y="11834740"/>
            <a:ext cx="9182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9C50DF-6BE9-4323-8933-D3513FB8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687170-329F-4EF7-8D1B-83BEFB8D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540117-D66F-4CFC-9394-3EB082AF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9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AD7F0-3ABD-4314-8E72-15A5C54E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5C68EC-2FF8-4805-9BF9-BA4A5AED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A8F347-8653-424D-A3BD-F6F96B035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A2B886-D98B-4BA6-B718-3F0BAFAA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736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2B3A6E-64C7-498D-AD23-3A3E7F02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5C3B02-CBFB-43AE-8848-C3A5D596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D7A36D-B2A1-4A3E-8A3D-7211C7C1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35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D43D1-A715-443A-A6B6-65103468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2159952"/>
            <a:ext cx="6966408" cy="755983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8EE993-42B3-466A-9E19-A32D8CBB2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2611" y="4664900"/>
            <a:ext cx="10934760" cy="23024494"/>
          </a:xfrm>
        </p:spPr>
        <p:txBody>
          <a:bodyPr/>
          <a:lstStyle>
            <a:lvl1pPr>
              <a:defRPr sz="5669"/>
            </a:lvl1pPr>
            <a:lvl2pPr>
              <a:defRPr sz="4960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36C5B0-DEFB-4CF6-984D-BFFCC4494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9719786"/>
            <a:ext cx="6966408" cy="18007107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501D0D-CA62-4300-B6D6-D497FB0D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16F78B-7E70-41CE-8344-DCA0D21C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690E65-8EC8-438F-8888-3E48E68F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0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220D8-C129-469F-93F9-1B9C2CDC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2159952"/>
            <a:ext cx="6966408" cy="755983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2253ED-A32E-494E-A7F0-01C7E36CA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182611" y="4664900"/>
            <a:ext cx="10934760" cy="23024494"/>
          </a:xfrm>
        </p:spPr>
        <p:txBody>
          <a:bodyPr/>
          <a:lstStyle>
            <a:lvl1pPr marL="0" indent="0">
              <a:buNone/>
              <a:defRPr sz="5669"/>
            </a:lvl1pPr>
            <a:lvl2pPr marL="809976" indent="0">
              <a:buNone/>
              <a:defRPr sz="4960"/>
            </a:lvl2pPr>
            <a:lvl3pPr marL="1619951" indent="0">
              <a:buNone/>
              <a:defRPr sz="4252"/>
            </a:lvl3pPr>
            <a:lvl4pPr marL="2429927" indent="0">
              <a:buNone/>
              <a:defRPr sz="3543"/>
            </a:lvl4pPr>
            <a:lvl5pPr marL="3239902" indent="0">
              <a:buNone/>
              <a:defRPr sz="3543"/>
            </a:lvl5pPr>
            <a:lvl6pPr marL="4049878" indent="0">
              <a:buNone/>
              <a:defRPr sz="3543"/>
            </a:lvl6pPr>
            <a:lvl7pPr marL="4859853" indent="0">
              <a:buNone/>
              <a:defRPr sz="3543"/>
            </a:lvl7pPr>
            <a:lvl8pPr marL="5669829" indent="0">
              <a:buNone/>
              <a:defRPr sz="3543"/>
            </a:lvl8pPr>
            <a:lvl9pPr marL="6479804" indent="0">
              <a:buNone/>
              <a:defRPr sz="3543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E4B592-2F6F-4BFA-81BC-2CB9CFD91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9719786"/>
            <a:ext cx="6966408" cy="18007107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85A1A-808F-4186-8902-2B0B8541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D54A1F-2D4B-4760-8156-89E8337A6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770878-14A7-4FA7-914C-163C6F9B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431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F2ADA-44B4-4D71-9D73-478D7FF6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AB48BF-9A5F-465A-AB2B-F8A890800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3FF6D-F024-42A3-A32F-054D8C21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A194C6-3746-4C25-8FAF-D990AFA9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F76FA-ABFC-4D91-8DC4-AAF6BE394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13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E8063A-69C0-43C8-B3A6-06B845D78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457160" y="1724962"/>
            <a:ext cx="4657398" cy="274568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2ED562-4B7A-436F-B198-4DC8F35AE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84967" y="1724962"/>
            <a:ext cx="13702199" cy="274568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0F297-6540-4353-A471-EC2E50CE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D26D1-A2CA-45BD-BAE3-E1602045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36C6D-A9BB-4F5C-9FD0-200AA8E8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4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705FFD-B499-43FE-8328-AC8B3E64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968" y="1724964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84EE8D-9696-4FC3-9728-C0DE15D8B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7927CA-E13D-49A2-B38B-B8F610B9C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84967" y="30029342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B2B3E-2E31-41B3-8B43-E1485D50A243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724A2A-418F-4078-84A9-834D497F9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4843" y="30029342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A55A0A-1EBB-4E98-A9A4-9C042BAAA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54665" y="30029342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72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19951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4988" indent="-404988" algn="l" defTabSz="1619951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0" kern="1200">
          <a:solidFill>
            <a:schemeClr val="tx1"/>
          </a:solidFill>
          <a:latin typeface="+mn-lt"/>
          <a:ea typeface="+mn-ea"/>
          <a:cs typeface="+mn-cs"/>
        </a:defRPr>
      </a:lvl1pPr>
      <a:lvl2pPr marL="1214963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4939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4914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4890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4865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4841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4816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4792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09976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19951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29927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39902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49878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59853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69829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79804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55385057-552D-4964-BFD2-C8F9929B15CD}"/>
              </a:ext>
            </a:extLst>
          </p:cNvPr>
          <p:cNvSpPr/>
          <p:nvPr/>
        </p:nvSpPr>
        <p:spPr>
          <a:xfrm>
            <a:off x="1173171" y="2173464"/>
            <a:ext cx="5001159" cy="2896143"/>
          </a:xfrm>
          <a:custGeom>
            <a:avLst/>
            <a:gdLst>
              <a:gd name="connsiteX0" fmla="*/ 1297990 w 1543691"/>
              <a:gd name="connsiteY0" fmla="*/ 0 h 893943"/>
              <a:gd name="connsiteX1" fmla="*/ 1439873 w 1543691"/>
              <a:gd name="connsiteY1" fmla="*/ 7165 h 893943"/>
              <a:gd name="connsiteX2" fmla="*/ 1543691 w 1543691"/>
              <a:gd name="connsiteY2" fmla="*/ 252211 h 893943"/>
              <a:gd name="connsiteX3" fmla="*/ 1433241 w 1543691"/>
              <a:gd name="connsiteY3" fmla="*/ 512912 h 893943"/>
              <a:gd name="connsiteX4" fmla="*/ 1416838 w 1543691"/>
              <a:gd name="connsiteY4" fmla="*/ 510408 h 893943"/>
              <a:gd name="connsiteX5" fmla="*/ 1297990 w 1543691"/>
              <a:gd name="connsiteY5" fmla="*/ 504407 h 893943"/>
              <a:gd name="connsiteX6" fmla="*/ 476054 w 1543691"/>
              <a:gd name="connsiteY6" fmla="*/ 844864 h 893943"/>
              <a:gd name="connsiteX7" fmla="*/ 431448 w 1543691"/>
              <a:gd name="connsiteY7" fmla="*/ 893943 h 893943"/>
              <a:gd name="connsiteX8" fmla="*/ 249769 w 1543691"/>
              <a:gd name="connsiteY8" fmla="*/ 653191 h 893943"/>
              <a:gd name="connsiteX9" fmla="*/ 0 w 1543691"/>
              <a:gd name="connsiteY9" fmla="*/ 622349 h 893943"/>
              <a:gd name="connsiteX10" fmla="*/ 11806 w 1543691"/>
              <a:gd name="connsiteY10" fmla="*/ 606561 h 893943"/>
              <a:gd name="connsiteX11" fmla="*/ 1297990 w 1543691"/>
              <a:gd name="connsiteY11" fmla="*/ 0 h 893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43691" h="893943">
                <a:moveTo>
                  <a:pt x="1297990" y="0"/>
                </a:moveTo>
                <a:lnTo>
                  <a:pt x="1439873" y="7165"/>
                </a:lnTo>
                <a:lnTo>
                  <a:pt x="1543691" y="252211"/>
                </a:lnTo>
                <a:lnTo>
                  <a:pt x="1433241" y="512912"/>
                </a:lnTo>
                <a:lnTo>
                  <a:pt x="1416838" y="510408"/>
                </a:lnTo>
                <a:cubicBezTo>
                  <a:pt x="1377762" y="506440"/>
                  <a:pt x="1338113" y="504407"/>
                  <a:pt x="1297990" y="504407"/>
                </a:cubicBezTo>
                <a:cubicBezTo>
                  <a:pt x="977004" y="504407"/>
                  <a:pt x="686406" y="634512"/>
                  <a:pt x="476054" y="844864"/>
                </a:cubicBezTo>
                <a:lnTo>
                  <a:pt x="431448" y="893943"/>
                </a:lnTo>
                <a:lnTo>
                  <a:pt x="249769" y="653191"/>
                </a:lnTo>
                <a:lnTo>
                  <a:pt x="0" y="622349"/>
                </a:lnTo>
                <a:lnTo>
                  <a:pt x="11806" y="606561"/>
                </a:lnTo>
                <a:cubicBezTo>
                  <a:pt x="317522" y="236119"/>
                  <a:pt x="780182" y="0"/>
                  <a:pt x="1297990" y="0"/>
                </a:cubicBezTo>
                <a:close/>
              </a:path>
            </a:pathLst>
          </a:custGeom>
          <a:solidFill>
            <a:srgbClr val="FFD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3808B57D-1543-44CD-9C50-A30DD40C8426}"/>
              </a:ext>
            </a:extLst>
          </p:cNvPr>
          <p:cNvSpPr/>
          <p:nvPr/>
        </p:nvSpPr>
        <p:spPr>
          <a:xfrm>
            <a:off x="6144822" y="2243672"/>
            <a:ext cx="4122700" cy="3841256"/>
          </a:xfrm>
          <a:custGeom>
            <a:avLst/>
            <a:gdLst>
              <a:gd name="connsiteX0" fmla="*/ 19434 w 1272540"/>
              <a:gd name="connsiteY0" fmla="*/ 0 h 1185668"/>
              <a:gd name="connsiteX1" fmla="*/ 99324 w 1272540"/>
              <a:gd name="connsiteY1" fmla="*/ 12192 h 1185668"/>
              <a:gd name="connsiteX2" fmla="*/ 1209374 w 1272540"/>
              <a:gd name="connsiteY2" fmla="*/ 815468 h 1185668"/>
              <a:gd name="connsiteX3" fmla="*/ 1272540 w 1272540"/>
              <a:gd name="connsiteY3" fmla="*/ 936987 h 1185668"/>
              <a:gd name="connsiteX4" fmla="*/ 1111327 w 1272540"/>
              <a:gd name="connsiteY4" fmla="*/ 1150618 h 1185668"/>
              <a:gd name="connsiteX5" fmla="*/ 827479 w 1272540"/>
              <a:gd name="connsiteY5" fmla="*/ 1185668 h 1185668"/>
              <a:gd name="connsiteX6" fmla="*/ 792142 w 1272540"/>
              <a:gd name="connsiteY6" fmla="*/ 1103461 h 1185668"/>
              <a:gd name="connsiteX7" fmla="*/ 109066 w 1272540"/>
              <a:gd name="connsiteY7" fmla="*/ 534995 h 1185668"/>
              <a:gd name="connsiteX8" fmla="*/ 0 w 1272540"/>
              <a:gd name="connsiteY8" fmla="*/ 506951 h 1185668"/>
              <a:gd name="connsiteX9" fmla="*/ 117106 w 1272540"/>
              <a:gd name="connsiteY9" fmla="*/ 230540 h 1185668"/>
              <a:gd name="connsiteX10" fmla="*/ 19434 w 1272540"/>
              <a:gd name="connsiteY10" fmla="*/ 0 h 118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72540" h="1185668">
                <a:moveTo>
                  <a:pt x="19434" y="0"/>
                </a:moveTo>
                <a:lnTo>
                  <a:pt x="99324" y="12192"/>
                </a:lnTo>
                <a:cubicBezTo>
                  <a:pt x="574032" y="109331"/>
                  <a:pt x="975231" y="408272"/>
                  <a:pt x="1209374" y="815468"/>
                </a:cubicBezTo>
                <a:lnTo>
                  <a:pt x="1272540" y="936987"/>
                </a:lnTo>
                <a:lnTo>
                  <a:pt x="1111327" y="1150618"/>
                </a:lnTo>
                <a:lnTo>
                  <a:pt x="827479" y="1185668"/>
                </a:lnTo>
                <a:lnTo>
                  <a:pt x="792142" y="1103461"/>
                </a:lnTo>
                <a:cubicBezTo>
                  <a:pt x="649903" y="833877"/>
                  <a:pt x="404800" y="626978"/>
                  <a:pt x="109066" y="534995"/>
                </a:cubicBezTo>
                <a:lnTo>
                  <a:pt x="0" y="506951"/>
                </a:lnTo>
                <a:lnTo>
                  <a:pt x="117106" y="230540"/>
                </a:lnTo>
                <a:lnTo>
                  <a:pt x="19434" y="0"/>
                </a:lnTo>
                <a:close/>
              </a:path>
            </a:pathLst>
          </a:custGeom>
          <a:solidFill>
            <a:srgbClr val="E8F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0D0AF99D-427F-426E-98DE-38B7D863B6FE}"/>
              </a:ext>
            </a:extLst>
          </p:cNvPr>
          <p:cNvSpPr/>
          <p:nvPr/>
        </p:nvSpPr>
        <p:spPr>
          <a:xfrm>
            <a:off x="-21681" y="4486888"/>
            <a:ext cx="2382972" cy="5036986"/>
          </a:xfrm>
          <a:custGeom>
            <a:avLst/>
            <a:gdLst>
              <a:gd name="connsiteX0" fmla="*/ 300217 w 735544"/>
              <a:gd name="connsiteY0" fmla="*/ 0 h 1554750"/>
              <a:gd name="connsiteX1" fmla="*/ 564579 w 735544"/>
              <a:gd name="connsiteY1" fmla="*/ 32644 h 1554750"/>
              <a:gd name="connsiteX2" fmla="*/ 735544 w 735544"/>
              <a:gd name="connsiteY2" fmla="*/ 259198 h 1554750"/>
              <a:gd name="connsiteX3" fmla="*/ 702925 w 735544"/>
              <a:gd name="connsiteY3" fmla="*/ 302818 h 1554750"/>
              <a:gd name="connsiteX4" fmla="*/ 504407 w 735544"/>
              <a:gd name="connsiteY4" fmla="*/ 952723 h 1554750"/>
              <a:gd name="connsiteX5" fmla="*/ 520094 w 735544"/>
              <a:gd name="connsiteY5" fmla="*/ 1144145 h 1554750"/>
              <a:gd name="connsiteX6" fmla="*/ 563309 w 735544"/>
              <a:gd name="connsiteY6" fmla="*/ 1316854 h 1554750"/>
              <a:gd name="connsiteX7" fmla="*/ 264879 w 735544"/>
              <a:gd name="connsiteY7" fmla="*/ 1353704 h 1554750"/>
              <a:gd name="connsiteX8" fmla="*/ 113164 w 735544"/>
              <a:gd name="connsiteY8" fmla="*/ 1554750 h 1554750"/>
              <a:gd name="connsiteX9" fmla="*/ 101141 w 735544"/>
              <a:gd name="connsiteY9" fmla="*/ 1525826 h 1554750"/>
              <a:gd name="connsiteX10" fmla="*/ 0 w 735544"/>
              <a:gd name="connsiteY10" fmla="*/ 952723 h 1554750"/>
              <a:gd name="connsiteX11" fmla="*/ 284663 w 735544"/>
              <a:gd name="connsiteY11" fmla="*/ 20799 h 1554750"/>
              <a:gd name="connsiteX12" fmla="*/ 300217 w 735544"/>
              <a:gd name="connsiteY12" fmla="*/ 0 h 155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35544" h="1554750">
                <a:moveTo>
                  <a:pt x="300217" y="0"/>
                </a:moveTo>
                <a:lnTo>
                  <a:pt x="564579" y="32644"/>
                </a:lnTo>
                <a:lnTo>
                  <a:pt x="735544" y="259198"/>
                </a:lnTo>
                <a:lnTo>
                  <a:pt x="702925" y="302818"/>
                </a:lnTo>
                <a:cubicBezTo>
                  <a:pt x="577591" y="488337"/>
                  <a:pt x="504407" y="711984"/>
                  <a:pt x="504407" y="952723"/>
                </a:cubicBezTo>
                <a:cubicBezTo>
                  <a:pt x="504407" y="1017923"/>
                  <a:pt x="509775" y="1081870"/>
                  <a:pt x="520094" y="1144145"/>
                </a:cubicBezTo>
                <a:lnTo>
                  <a:pt x="563309" y="1316854"/>
                </a:lnTo>
                <a:lnTo>
                  <a:pt x="264879" y="1353704"/>
                </a:lnTo>
                <a:lnTo>
                  <a:pt x="113164" y="1554750"/>
                </a:lnTo>
                <a:lnTo>
                  <a:pt x="101141" y="1525826"/>
                </a:lnTo>
                <a:cubicBezTo>
                  <a:pt x="35709" y="1347123"/>
                  <a:pt x="0" y="1154093"/>
                  <a:pt x="0" y="952723"/>
                </a:cubicBezTo>
                <a:cubicBezTo>
                  <a:pt x="0" y="607518"/>
                  <a:pt x="104942" y="286822"/>
                  <a:pt x="284663" y="20799"/>
                </a:cubicBezTo>
                <a:lnTo>
                  <a:pt x="300217" y="0"/>
                </a:lnTo>
                <a:close/>
              </a:path>
            </a:pathLst>
          </a:custGeom>
          <a:solidFill>
            <a:srgbClr val="FEF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1B45D9BC-A60E-4EB9-B886-E26EDB6C3015}"/>
              </a:ext>
            </a:extLst>
          </p:cNvPr>
          <p:cNvSpPr/>
          <p:nvPr/>
        </p:nvSpPr>
        <p:spPr>
          <a:xfrm>
            <a:off x="8395347" y="5623052"/>
            <a:ext cx="2382972" cy="5036979"/>
          </a:xfrm>
          <a:custGeom>
            <a:avLst/>
            <a:gdLst>
              <a:gd name="connsiteX0" fmla="*/ 622380 w 735544"/>
              <a:gd name="connsiteY0" fmla="*/ 0 h 1554748"/>
              <a:gd name="connsiteX1" fmla="*/ 634403 w 735544"/>
              <a:gd name="connsiteY1" fmla="*/ 28926 h 1554748"/>
              <a:gd name="connsiteX2" fmla="*/ 735544 w 735544"/>
              <a:gd name="connsiteY2" fmla="*/ 602027 h 1554748"/>
              <a:gd name="connsiteX3" fmla="*/ 450881 w 735544"/>
              <a:gd name="connsiteY3" fmla="*/ 1533952 h 1554748"/>
              <a:gd name="connsiteX4" fmla="*/ 435329 w 735544"/>
              <a:gd name="connsiteY4" fmla="*/ 1554748 h 1554748"/>
              <a:gd name="connsiteX5" fmla="*/ 170963 w 735544"/>
              <a:gd name="connsiteY5" fmla="*/ 1522104 h 1554748"/>
              <a:gd name="connsiteX6" fmla="*/ 0 w 735544"/>
              <a:gd name="connsiteY6" fmla="*/ 1295552 h 1554748"/>
              <a:gd name="connsiteX7" fmla="*/ 32619 w 735544"/>
              <a:gd name="connsiteY7" fmla="*/ 1251932 h 1554748"/>
              <a:gd name="connsiteX8" fmla="*/ 231137 w 735544"/>
              <a:gd name="connsiteY8" fmla="*/ 602027 h 1554748"/>
              <a:gd name="connsiteX9" fmla="*/ 215451 w 735544"/>
              <a:gd name="connsiteY9" fmla="*/ 410605 h 1554748"/>
              <a:gd name="connsiteX10" fmla="*/ 172235 w 735544"/>
              <a:gd name="connsiteY10" fmla="*/ 237896 h 1554748"/>
              <a:gd name="connsiteX11" fmla="*/ 470665 w 735544"/>
              <a:gd name="connsiteY11" fmla="*/ 201046 h 1554748"/>
              <a:gd name="connsiteX12" fmla="*/ 622380 w 735544"/>
              <a:gd name="connsiteY12" fmla="*/ 0 h 1554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35544" h="1554748">
                <a:moveTo>
                  <a:pt x="622380" y="0"/>
                </a:moveTo>
                <a:lnTo>
                  <a:pt x="634403" y="28926"/>
                </a:lnTo>
                <a:cubicBezTo>
                  <a:pt x="699835" y="207628"/>
                  <a:pt x="735544" y="400657"/>
                  <a:pt x="735544" y="602027"/>
                </a:cubicBezTo>
                <a:cubicBezTo>
                  <a:pt x="735544" y="947233"/>
                  <a:pt x="630602" y="1267928"/>
                  <a:pt x="450881" y="1533952"/>
                </a:cubicBezTo>
                <a:lnTo>
                  <a:pt x="435329" y="1554748"/>
                </a:lnTo>
                <a:lnTo>
                  <a:pt x="170963" y="1522104"/>
                </a:lnTo>
                <a:lnTo>
                  <a:pt x="0" y="1295552"/>
                </a:lnTo>
                <a:lnTo>
                  <a:pt x="32619" y="1251932"/>
                </a:lnTo>
                <a:cubicBezTo>
                  <a:pt x="157953" y="1066413"/>
                  <a:pt x="231137" y="842767"/>
                  <a:pt x="231137" y="602027"/>
                </a:cubicBezTo>
                <a:cubicBezTo>
                  <a:pt x="231137" y="536827"/>
                  <a:pt x="225769" y="472880"/>
                  <a:pt x="215451" y="410605"/>
                </a:cubicBezTo>
                <a:lnTo>
                  <a:pt x="172235" y="237896"/>
                </a:lnTo>
                <a:lnTo>
                  <a:pt x="470665" y="201046"/>
                </a:lnTo>
                <a:lnTo>
                  <a:pt x="622380" y="0"/>
                </a:lnTo>
                <a:close/>
              </a:path>
            </a:pathLst>
          </a:custGeom>
          <a:solidFill>
            <a:srgbClr val="B9D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39A82763-497D-4645-8E66-F4FD6C116A2B}"/>
              </a:ext>
            </a:extLst>
          </p:cNvPr>
          <p:cNvSpPr/>
          <p:nvPr/>
        </p:nvSpPr>
        <p:spPr>
          <a:xfrm>
            <a:off x="489119" y="9061996"/>
            <a:ext cx="4122697" cy="3841262"/>
          </a:xfrm>
          <a:custGeom>
            <a:avLst/>
            <a:gdLst>
              <a:gd name="connsiteX0" fmla="*/ 445061 w 1272539"/>
              <a:gd name="connsiteY0" fmla="*/ 0 h 1185670"/>
              <a:gd name="connsiteX1" fmla="*/ 480398 w 1272539"/>
              <a:gd name="connsiteY1" fmla="*/ 82208 h 1185670"/>
              <a:gd name="connsiteX2" fmla="*/ 1163474 w 1272539"/>
              <a:gd name="connsiteY2" fmla="*/ 650674 h 1185670"/>
              <a:gd name="connsiteX3" fmla="*/ 1272539 w 1272539"/>
              <a:gd name="connsiteY3" fmla="*/ 678716 h 1185670"/>
              <a:gd name="connsiteX4" fmla="*/ 1155433 w 1272539"/>
              <a:gd name="connsiteY4" fmla="*/ 955128 h 1185670"/>
              <a:gd name="connsiteX5" fmla="*/ 1253105 w 1272539"/>
              <a:gd name="connsiteY5" fmla="*/ 1185670 h 1185670"/>
              <a:gd name="connsiteX6" fmla="*/ 1173216 w 1272539"/>
              <a:gd name="connsiteY6" fmla="*/ 1173476 h 1185670"/>
              <a:gd name="connsiteX7" fmla="*/ 63166 w 1272539"/>
              <a:gd name="connsiteY7" fmla="*/ 370202 h 1185670"/>
              <a:gd name="connsiteX8" fmla="*/ 0 w 1272539"/>
              <a:gd name="connsiteY8" fmla="*/ 248680 h 1185670"/>
              <a:gd name="connsiteX9" fmla="*/ 161212 w 1272539"/>
              <a:gd name="connsiteY9" fmla="*/ 35050 h 1185670"/>
              <a:gd name="connsiteX10" fmla="*/ 445061 w 1272539"/>
              <a:gd name="connsiteY10" fmla="*/ 0 h 1185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72539" h="1185670">
                <a:moveTo>
                  <a:pt x="445061" y="0"/>
                </a:moveTo>
                <a:lnTo>
                  <a:pt x="480398" y="82208"/>
                </a:lnTo>
                <a:cubicBezTo>
                  <a:pt x="622637" y="351792"/>
                  <a:pt x="867740" y="558692"/>
                  <a:pt x="1163474" y="650674"/>
                </a:cubicBezTo>
                <a:lnTo>
                  <a:pt x="1272539" y="678716"/>
                </a:lnTo>
                <a:lnTo>
                  <a:pt x="1155433" y="955128"/>
                </a:lnTo>
                <a:lnTo>
                  <a:pt x="1253105" y="1185670"/>
                </a:lnTo>
                <a:lnTo>
                  <a:pt x="1173216" y="1173476"/>
                </a:lnTo>
                <a:cubicBezTo>
                  <a:pt x="698508" y="1076338"/>
                  <a:pt x="297309" y="777396"/>
                  <a:pt x="63166" y="370202"/>
                </a:cubicBezTo>
                <a:lnTo>
                  <a:pt x="0" y="248680"/>
                </a:lnTo>
                <a:lnTo>
                  <a:pt x="161212" y="35050"/>
                </a:lnTo>
                <a:lnTo>
                  <a:pt x="445061" y="0"/>
                </a:lnTo>
                <a:close/>
              </a:path>
            </a:pathLst>
          </a:custGeom>
          <a:solidFill>
            <a:srgbClr val="D8F1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8FBABA62-E497-4635-AC9D-4ED46B003746}"/>
              </a:ext>
            </a:extLst>
          </p:cNvPr>
          <p:cNvSpPr/>
          <p:nvPr/>
        </p:nvSpPr>
        <p:spPr>
          <a:xfrm>
            <a:off x="4582308" y="10077318"/>
            <a:ext cx="5001168" cy="2896146"/>
          </a:xfrm>
          <a:custGeom>
            <a:avLst/>
            <a:gdLst>
              <a:gd name="connsiteX0" fmla="*/ 1112245 w 1543694"/>
              <a:gd name="connsiteY0" fmla="*/ 0 h 893944"/>
              <a:gd name="connsiteX1" fmla="*/ 1293922 w 1543694"/>
              <a:gd name="connsiteY1" fmla="*/ 240750 h 893944"/>
              <a:gd name="connsiteX2" fmla="*/ 1543694 w 1543694"/>
              <a:gd name="connsiteY2" fmla="*/ 271592 h 893944"/>
              <a:gd name="connsiteX3" fmla="*/ 1531886 w 1543694"/>
              <a:gd name="connsiteY3" fmla="*/ 287384 h 893944"/>
              <a:gd name="connsiteX4" fmla="*/ 245702 w 1543694"/>
              <a:gd name="connsiteY4" fmla="*/ 893944 h 893944"/>
              <a:gd name="connsiteX5" fmla="*/ 103818 w 1543694"/>
              <a:gd name="connsiteY5" fmla="*/ 886780 h 893944"/>
              <a:gd name="connsiteX6" fmla="*/ 0 w 1543694"/>
              <a:gd name="connsiteY6" fmla="*/ 641732 h 893944"/>
              <a:gd name="connsiteX7" fmla="*/ 110450 w 1543694"/>
              <a:gd name="connsiteY7" fmla="*/ 381032 h 893944"/>
              <a:gd name="connsiteX8" fmla="*/ 126854 w 1543694"/>
              <a:gd name="connsiteY8" fmla="*/ 383534 h 893944"/>
              <a:gd name="connsiteX9" fmla="*/ 245702 w 1543694"/>
              <a:gd name="connsiteY9" fmla="*/ 389536 h 893944"/>
              <a:gd name="connsiteX10" fmla="*/ 1067638 w 1543694"/>
              <a:gd name="connsiteY10" fmla="*/ 49080 h 893944"/>
              <a:gd name="connsiteX11" fmla="*/ 1112245 w 1543694"/>
              <a:gd name="connsiteY11" fmla="*/ 0 h 893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43694" h="893944">
                <a:moveTo>
                  <a:pt x="1112245" y="0"/>
                </a:moveTo>
                <a:lnTo>
                  <a:pt x="1293922" y="240750"/>
                </a:lnTo>
                <a:lnTo>
                  <a:pt x="1543694" y="271592"/>
                </a:lnTo>
                <a:lnTo>
                  <a:pt x="1531886" y="287384"/>
                </a:lnTo>
                <a:cubicBezTo>
                  <a:pt x="1226170" y="657826"/>
                  <a:pt x="763510" y="893944"/>
                  <a:pt x="245702" y="893944"/>
                </a:cubicBezTo>
                <a:lnTo>
                  <a:pt x="103818" y="886780"/>
                </a:lnTo>
                <a:lnTo>
                  <a:pt x="0" y="641732"/>
                </a:lnTo>
                <a:lnTo>
                  <a:pt x="110450" y="381032"/>
                </a:lnTo>
                <a:lnTo>
                  <a:pt x="126854" y="383534"/>
                </a:lnTo>
                <a:cubicBezTo>
                  <a:pt x="165930" y="387504"/>
                  <a:pt x="205579" y="389536"/>
                  <a:pt x="245702" y="389536"/>
                </a:cubicBezTo>
                <a:cubicBezTo>
                  <a:pt x="566688" y="389536"/>
                  <a:pt x="857286" y="259432"/>
                  <a:pt x="1067638" y="49080"/>
                </a:cubicBezTo>
                <a:lnTo>
                  <a:pt x="1112245" y="0"/>
                </a:lnTo>
                <a:close/>
              </a:path>
            </a:pathLst>
          </a:custGeom>
          <a:solidFill>
            <a:srgbClr val="F4F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F8AE5DC0-D6E8-4394-9407-862FD60B2467}"/>
              </a:ext>
            </a:extLst>
          </p:cNvPr>
          <p:cNvSpPr/>
          <p:nvPr/>
        </p:nvSpPr>
        <p:spPr>
          <a:xfrm>
            <a:off x="5378320" y="4191177"/>
            <a:ext cx="2926894" cy="3382288"/>
          </a:xfrm>
          <a:custGeom>
            <a:avLst/>
            <a:gdLst>
              <a:gd name="connsiteX0" fmla="*/ 0 w 2926894"/>
              <a:gd name="connsiteY0" fmla="*/ 0 h 3382288"/>
              <a:gd name="connsiteX1" fmla="*/ 174052 w 2926894"/>
              <a:gd name="connsiteY1" fmla="*/ 4401 h 3382288"/>
              <a:gd name="connsiteX2" fmla="*/ 2804647 w 2926894"/>
              <a:gd name="connsiteY2" fmla="*/ 1491219 h 3382288"/>
              <a:gd name="connsiteX3" fmla="*/ 2926894 w 2926894"/>
              <a:gd name="connsiteY3" fmla="*/ 1692444 h 3382288"/>
              <a:gd name="connsiteX4" fmla="*/ 0 w 2926894"/>
              <a:gd name="connsiteY4" fmla="*/ 3382288 h 3382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6894" h="3382288">
                <a:moveTo>
                  <a:pt x="0" y="0"/>
                </a:moveTo>
                <a:lnTo>
                  <a:pt x="174052" y="4401"/>
                </a:lnTo>
                <a:cubicBezTo>
                  <a:pt x="1269371" y="59923"/>
                  <a:pt x="2227216" y="636509"/>
                  <a:pt x="2804647" y="1491219"/>
                </a:cubicBezTo>
                <a:lnTo>
                  <a:pt x="2926894" y="1692444"/>
                </a:lnTo>
                <a:lnTo>
                  <a:pt x="0" y="3382288"/>
                </a:lnTo>
                <a:close/>
              </a:path>
            </a:pathLst>
          </a:custGeom>
          <a:solidFill>
            <a:srgbClr val="E8F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59F38331-6C0C-4D76-BC6A-622ED2AD8584}"/>
              </a:ext>
            </a:extLst>
          </p:cNvPr>
          <p:cNvSpPr/>
          <p:nvPr/>
        </p:nvSpPr>
        <p:spPr>
          <a:xfrm>
            <a:off x="5378319" y="5883621"/>
            <a:ext cx="3382290" cy="3379688"/>
          </a:xfrm>
          <a:custGeom>
            <a:avLst/>
            <a:gdLst>
              <a:gd name="connsiteX0" fmla="*/ 2926895 w 3382290"/>
              <a:gd name="connsiteY0" fmla="*/ 0 h 3379688"/>
              <a:gd name="connsiteX1" fmla="*/ 2974066 w 3382290"/>
              <a:gd name="connsiteY1" fmla="*/ 77646 h 3379688"/>
              <a:gd name="connsiteX2" fmla="*/ 3382290 w 3382290"/>
              <a:gd name="connsiteY2" fmla="*/ 1689845 h 3379688"/>
              <a:gd name="connsiteX3" fmla="*/ 2974066 w 3382290"/>
              <a:gd name="connsiteY3" fmla="*/ 3302044 h 3379688"/>
              <a:gd name="connsiteX4" fmla="*/ 2926896 w 3382290"/>
              <a:gd name="connsiteY4" fmla="*/ 3379688 h 3379688"/>
              <a:gd name="connsiteX5" fmla="*/ 0 w 3382290"/>
              <a:gd name="connsiteY5" fmla="*/ 1689844 h 337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2290" h="3379688">
                <a:moveTo>
                  <a:pt x="2926895" y="0"/>
                </a:moveTo>
                <a:lnTo>
                  <a:pt x="2974066" y="77646"/>
                </a:lnTo>
                <a:cubicBezTo>
                  <a:pt x="3234409" y="556893"/>
                  <a:pt x="3382290" y="1106099"/>
                  <a:pt x="3382290" y="1689845"/>
                </a:cubicBezTo>
                <a:cubicBezTo>
                  <a:pt x="3382290" y="2273590"/>
                  <a:pt x="3234409" y="2822796"/>
                  <a:pt x="2974066" y="3302044"/>
                </a:cubicBezTo>
                <a:lnTo>
                  <a:pt x="2926896" y="3379688"/>
                </a:lnTo>
                <a:lnTo>
                  <a:pt x="0" y="1689844"/>
                </a:lnTo>
                <a:close/>
              </a:path>
            </a:pathLst>
          </a:custGeom>
          <a:solidFill>
            <a:srgbClr val="B9D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43A9D83C-B866-4473-B271-2176759372D4}"/>
              </a:ext>
            </a:extLst>
          </p:cNvPr>
          <p:cNvSpPr/>
          <p:nvPr/>
        </p:nvSpPr>
        <p:spPr>
          <a:xfrm>
            <a:off x="5378319" y="7573464"/>
            <a:ext cx="2926896" cy="3382290"/>
          </a:xfrm>
          <a:custGeom>
            <a:avLst/>
            <a:gdLst>
              <a:gd name="connsiteX0" fmla="*/ 0 w 2926896"/>
              <a:gd name="connsiteY0" fmla="*/ 0 h 3382290"/>
              <a:gd name="connsiteX1" fmla="*/ 2926896 w 2926896"/>
              <a:gd name="connsiteY1" fmla="*/ 1689844 h 3382290"/>
              <a:gd name="connsiteX2" fmla="*/ 2804648 w 2926896"/>
              <a:gd name="connsiteY2" fmla="*/ 1891071 h 3382290"/>
              <a:gd name="connsiteX3" fmla="*/ 1 w 2926896"/>
              <a:gd name="connsiteY3" fmla="*/ 3382290 h 3382290"/>
              <a:gd name="connsiteX4" fmla="*/ 1 w 2926896"/>
              <a:gd name="connsiteY4" fmla="*/ 3382290 h 3382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6896" h="3382290">
                <a:moveTo>
                  <a:pt x="0" y="0"/>
                </a:moveTo>
                <a:lnTo>
                  <a:pt x="2926896" y="1689844"/>
                </a:lnTo>
                <a:lnTo>
                  <a:pt x="2804648" y="1891071"/>
                </a:lnTo>
                <a:cubicBezTo>
                  <a:pt x="2196826" y="2790765"/>
                  <a:pt x="1167492" y="3382290"/>
                  <a:pt x="1" y="3382290"/>
                </a:cubicBezTo>
                <a:lnTo>
                  <a:pt x="1" y="3382290"/>
                </a:lnTo>
                <a:close/>
              </a:path>
            </a:pathLst>
          </a:custGeom>
          <a:solidFill>
            <a:srgbClr val="F4F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0C07AC5B-53FC-4A56-B7BB-7600FF7205BC}"/>
              </a:ext>
            </a:extLst>
          </p:cNvPr>
          <p:cNvSpPr/>
          <p:nvPr/>
        </p:nvSpPr>
        <p:spPr>
          <a:xfrm>
            <a:off x="2451424" y="7573464"/>
            <a:ext cx="2926897" cy="3382290"/>
          </a:xfrm>
          <a:custGeom>
            <a:avLst/>
            <a:gdLst>
              <a:gd name="connsiteX0" fmla="*/ 2926896 w 2926897"/>
              <a:gd name="connsiteY0" fmla="*/ 0 h 3382290"/>
              <a:gd name="connsiteX1" fmla="*/ 2926897 w 2926897"/>
              <a:gd name="connsiteY1" fmla="*/ 3382290 h 3382290"/>
              <a:gd name="connsiteX2" fmla="*/ 2926896 w 2926897"/>
              <a:gd name="connsiteY2" fmla="*/ 3382290 h 3382290"/>
              <a:gd name="connsiteX3" fmla="*/ 122248 w 2926897"/>
              <a:gd name="connsiteY3" fmla="*/ 1891071 h 3382290"/>
              <a:gd name="connsiteX4" fmla="*/ 0 w 2926897"/>
              <a:gd name="connsiteY4" fmla="*/ 1689845 h 3382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6897" h="3382290">
                <a:moveTo>
                  <a:pt x="2926896" y="0"/>
                </a:moveTo>
                <a:lnTo>
                  <a:pt x="2926897" y="3382290"/>
                </a:lnTo>
                <a:lnTo>
                  <a:pt x="2926896" y="3382290"/>
                </a:lnTo>
                <a:cubicBezTo>
                  <a:pt x="1759405" y="3382290"/>
                  <a:pt x="730071" y="2790765"/>
                  <a:pt x="122248" y="1891071"/>
                </a:cubicBezTo>
                <a:lnTo>
                  <a:pt x="0" y="1689845"/>
                </a:lnTo>
                <a:close/>
              </a:path>
            </a:pathLst>
          </a:custGeom>
          <a:solidFill>
            <a:srgbClr val="D8F1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E7914E3A-8502-478E-B9F4-6FCB6F144B51}"/>
              </a:ext>
            </a:extLst>
          </p:cNvPr>
          <p:cNvSpPr/>
          <p:nvPr/>
        </p:nvSpPr>
        <p:spPr>
          <a:xfrm>
            <a:off x="1996030" y="5883621"/>
            <a:ext cx="3382291" cy="3379688"/>
          </a:xfrm>
          <a:custGeom>
            <a:avLst/>
            <a:gdLst>
              <a:gd name="connsiteX0" fmla="*/ 455396 w 3382291"/>
              <a:gd name="connsiteY0" fmla="*/ 0 h 3379688"/>
              <a:gd name="connsiteX1" fmla="*/ 3382291 w 3382291"/>
              <a:gd name="connsiteY1" fmla="*/ 1689843 h 3379688"/>
              <a:gd name="connsiteX2" fmla="*/ 455395 w 3382291"/>
              <a:gd name="connsiteY2" fmla="*/ 3379688 h 3379688"/>
              <a:gd name="connsiteX3" fmla="*/ 408225 w 3382291"/>
              <a:gd name="connsiteY3" fmla="*/ 3302044 h 3379688"/>
              <a:gd name="connsiteX4" fmla="*/ 0 w 3382291"/>
              <a:gd name="connsiteY4" fmla="*/ 1689845 h 3379688"/>
              <a:gd name="connsiteX5" fmla="*/ 408225 w 3382291"/>
              <a:gd name="connsiteY5" fmla="*/ 77646 h 337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2291" h="3379688">
                <a:moveTo>
                  <a:pt x="455396" y="0"/>
                </a:moveTo>
                <a:lnTo>
                  <a:pt x="3382291" y="1689843"/>
                </a:lnTo>
                <a:lnTo>
                  <a:pt x="455395" y="3379688"/>
                </a:lnTo>
                <a:lnTo>
                  <a:pt x="408225" y="3302044"/>
                </a:lnTo>
                <a:cubicBezTo>
                  <a:pt x="147881" y="2822796"/>
                  <a:pt x="0" y="2273590"/>
                  <a:pt x="0" y="1689845"/>
                </a:cubicBezTo>
                <a:cubicBezTo>
                  <a:pt x="0" y="1106099"/>
                  <a:pt x="147881" y="556893"/>
                  <a:pt x="408225" y="77646"/>
                </a:cubicBezTo>
                <a:close/>
              </a:path>
            </a:pathLst>
          </a:custGeom>
          <a:solidFill>
            <a:srgbClr val="FEF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6E2AF021-C607-4EA9-AB55-57538A70F88A}"/>
              </a:ext>
            </a:extLst>
          </p:cNvPr>
          <p:cNvSpPr/>
          <p:nvPr/>
        </p:nvSpPr>
        <p:spPr>
          <a:xfrm>
            <a:off x="2451425" y="4191177"/>
            <a:ext cx="2926896" cy="3382288"/>
          </a:xfrm>
          <a:custGeom>
            <a:avLst/>
            <a:gdLst>
              <a:gd name="connsiteX0" fmla="*/ 2926895 w 2926896"/>
              <a:gd name="connsiteY0" fmla="*/ 0 h 3382288"/>
              <a:gd name="connsiteX1" fmla="*/ 2926896 w 2926896"/>
              <a:gd name="connsiteY1" fmla="*/ 1 h 3382288"/>
              <a:gd name="connsiteX2" fmla="*/ 2926896 w 2926896"/>
              <a:gd name="connsiteY2" fmla="*/ 3382288 h 3382288"/>
              <a:gd name="connsiteX3" fmla="*/ 0 w 2926896"/>
              <a:gd name="connsiteY3" fmla="*/ 1692444 h 3382288"/>
              <a:gd name="connsiteX4" fmla="*/ 122247 w 2926896"/>
              <a:gd name="connsiteY4" fmla="*/ 1491219 h 3382288"/>
              <a:gd name="connsiteX5" fmla="*/ 2926895 w 2926896"/>
              <a:gd name="connsiteY5" fmla="*/ 0 h 3382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26896" h="3382288">
                <a:moveTo>
                  <a:pt x="2926895" y="0"/>
                </a:moveTo>
                <a:lnTo>
                  <a:pt x="2926896" y="1"/>
                </a:lnTo>
                <a:lnTo>
                  <a:pt x="2926896" y="3382288"/>
                </a:lnTo>
                <a:lnTo>
                  <a:pt x="0" y="1692444"/>
                </a:lnTo>
                <a:lnTo>
                  <a:pt x="122247" y="1491219"/>
                </a:lnTo>
                <a:cubicBezTo>
                  <a:pt x="730069" y="591525"/>
                  <a:pt x="1759404" y="0"/>
                  <a:pt x="2926895" y="0"/>
                </a:cubicBezTo>
                <a:close/>
              </a:path>
            </a:pathLst>
          </a:custGeom>
          <a:solidFill>
            <a:srgbClr val="FFD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C79DC419-68B1-4CAF-90A8-281363ED12E6}"/>
              </a:ext>
            </a:extLst>
          </p:cNvPr>
          <p:cNvSpPr/>
          <p:nvPr/>
        </p:nvSpPr>
        <p:spPr>
          <a:xfrm>
            <a:off x="10756931" y="2410744"/>
            <a:ext cx="6196009" cy="7348368"/>
          </a:xfrm>
          <a:custGeom>
            <a:avLst/>
            <a:gdLst>
              <a:gd name="connsiteX0" fmla="*/ 1666800 w 1912501"/>
              <a:gd name="connsiteY0" fmla="*/ 0 h 2268197"/>
              <a:gd name="connsiteX1" fmla="*/ 1808683 w 1912501"/>
              <a:gd name="connsiteY1" fmla="*/ 7165 h 2268197"/>
              <a:gd name="connsiteX2" fmla="*/ 1912501 w 1912501"/>
              <a:gd name="connsiteY2" fmla="*/ 252211 h 2268197"/>
              <a:gd name="connsiteX3" fmla="*/ 1802051 w 1912501"/>
              <a:gd name="connsiteY3" fmla="*/ 512912 h 2268197"/>
              <a:gd name="connsiteX4" fmla="*/ 1785648 w 1912501"/>
              <a:gd name="connsiteY4" fmla="*/ 510408 h 2268197"/>
              <a:gd name="connsiteX5" fmla="*/ 1666800 w 1912501"/>
              <a:gd name="connsiteY5" fmla="*/ 504407 h 2268197"/>
              <a:gd name="connsiteX6" fmla="*/ 504407 w 1912501"/>
              <a:gd name="connsiteY6" fmla="*/ 1666800 h 2268197"/>
              <a:gd name="connsiteX7" fmla="*/ 556666 w 1912501"/>
              <a:gd name="connsiteY7" fmla="*/ 2012461 h 2268197"/>
              <a:gd name="connsiteX8" fmla="*/ 563421 w 1912501"/>
              <a:gd name="connsiteY8" fmla="*/ 2030917 h 2268197"/>
              <a:gd name="connsiteX9" fmla="*/ 264879 w 1912501"/>
              <a:gd name="connsiteY9" fmla="*/ 2067781 h 2268197"/>
              <a:gd name="connsiteX10" fmla="*/ 113638 w 1912501"/>
              <a:gd name="connsiteY10" fmla="*/ 2268197 h 2268197"/>
              <a:gd name="connsiteX11" fmla="*/ 74936 w 1912501"/>
              <a:gd name="connsiteY11" fmla="*/ 2162456 h 2268197"/>
              <a:gd name="connsiteX12" fmla="*/ 0 w 1912501"/>
              <a:gd name="connsiteY12" fmla="*/ 1666800 h 2268197"/>
              <a:gd name="connsiteX13" fmla="*/ 1666800 w 1912501"/>
              <a:gd name="connsiteY13" fmla="*/ 0 h 2268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12501" h="2268197">
                <a:moveTo>
                  <a:pt x="1666800" y="0"/>
                </a:moveTo>
                <a:lnTo>
                  <a:pt x="1808683" y="7165"/>
                </a:lnTo>
                <a:lnTo>
                  <a:pt x="1912501" y="252211"/>
                </a:lnTo>
                <a:lnTo>
                  <a:pt x="1802051" y="512912"/>
                </a:lnTo>
                <a:lnTo>
                  <a:pt x="1785648" y="510408"/>
                </a:lnTo>
                <a:cubicBezTo>
                  <a:pt x="1746572" y="506440"/>
                  <a:pt x="1706923" y="504407"/>
                  <a:pt x="1666800" y="504407"/>
                </a:cubicBezTo>
                <a:cubicBezTo>
                  <a:pt x="1024828" y="504407"/>
                  <a:pt x="504407" y="1024828"/>
                  <a:pt x="504407" y="1666800"/>
                </a:cubicBezTo>
                <a:cubicBezTo>
                  <a:pt x="504407" y="1787170"/>
                  <a:pt x="522703" y="1903267"/>
                  <a:pt x="556666" y="2012461"/>
                </a:cubicBezTo>
                <a:lnTo>
                  <a:pt x="563421" y="2030917"/>
                </a:lnTo>
                <a:lnTo>
                  <a:pt x="264879" y="2067781"/>
                </a:lnTo>
                <a:lnTo>
                  <a:pt x="113638" y="2268197"/>
                </a:lnTo>
                <a:lnTo>
                  <a:pt x="74936" y="2162456"/>
                </a:lnTo>
                <a:cubicBezTo>
                  <a:pt x="26235" y="2005878"/>
                  <a:pt x="0" y="1839403"/>
                  <a:pt x="0" y="1666800"/>
                </a:cubicBezTo>
                <a:cubicBezTo>
                  <a:pt x="0" y="746252"/>
                  <a:pt x="746252" y="0"/>
                  <a:pt x="1666800" y="0"/>
                </a:cubicBezTo>
                <a:close/>
              </a:path>
            </a:pathLst>
          </a:custGeom>
          <a:gradFill>
            <a:gsLst>
              <a:gs pos="0">
                <a:srgbClr val="FEF4F3"/>
              </a:gs>
              <a:gs pos="38000">
                <a:srgbClr val="FFD4C4"/>
              </a:gs>
              <a:gs pos="50000">
                <a:srgbClr val="FFD4C4"/>
              </a:gs>
              <a:gs pos="84000">
                <a:srgbClr val="FEB7B3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11CE24C4-A2F0-483A-8FCD-AD5B1CD56998}"/>
              </a:ext>
            </a:extLst>
          </p:cNvPr>
          <p:cNvSpPr/>
          <p:nvPr/>
        </p:nvSpPr>
        <p:spPr>
          <a:xfrm>
            <a:off x="16923433" y="2480952"/>
            <a:ext cx="4633498" cy="8416358"/>
          </a:xfrm>
          <a:custGeom>
            <a:avLst/>
            <a:gdLst>
              <a:gd name="connsiteX0" fmla="*/ 19434 w 1430206"/>
              <a:gd name="connsiteY0" fmla="*/ 0 h 2597850"/>
              <a:gd name="connsiteX1" fmla="*/ 99324 w 1430206"/>
              <a:gd name="connsiteY1" fmla="*/ 12192 h 2597850"/>
              <a:gd name="connsiteX2" fmla="*/ 1430206 w 1430206"/>
              <a:gd name="connsiteY2" fmla="*/ 1645129 h 2597850"/>
              <a:gd name="connsiteX3" fmla="*/ 1145543 w 1430206"/>
              <a:gd name="connsiteY3" fmla="*/ 2577054 h 2597850"/>
              <a:gd name="connsiteX4" fmla="*/ 1129991 w 1430206"/>
              <a:gd name="connsiteY4" fmla="*/ 2597850 h 2597850"/>
              <a:gd name="connsiteX5" fmla="*/ 865625 w 1430206"/>
              <a:gd name="connsiteY5" fmla="*/ 2565206 h 2597850"/>
              <a:gd name="connsiteX6" fmla="*/ 694662 w 1430206"/>
              <a:gd name="connsiteY6" fmla="*/ 2338654 h 2597850"/>
              <a:gd name="connsiteX7" fmla="*/ 727281 w 1430206"/>
              <a:gd name="connsiteY7" fmla="*/ 2295034 h 2597850"/>
              <a:gd name="connsiteX8" fmla="*/ 925799 w 1430206"/>
              <a:gd name="connsiteY8" fmla="*/ 1645129 h 2597850"/>
              <a:gd name="connsiteX9" fmla="*/ 109066 w 1430206"/>
              <a:gd name="connsiteY9" fmla="*/ 534995 h 2597850"/>
              <a:gd name="connsiteX10" fmla="*/ 0 w 1430206"/>
              <a:gd name="connsiteY10" fmla="*/ 506951 h 2597850"/>
              <a:gd name="connsiteX11" fmla="*/ 117106 w 1430206"/>
              <a:gd name="connsiteY11" fmla="*/ 230540 h 2597850"/>
              <a:gd name="connsiteX12" fmla="*/ 19434 w 1430206"/>
              <a:gd name="connsiteY12" fmla="*/ 0 h 2597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30206" h="2597850">
                <a:moveTo>
                  <a:pt x="19434" y="0"/>
                </a:moveTo>
                <a:lnTo>
                  <a:pt x="99324" y="12192"/>
                </a:lnTo>
                <a:cubicBezTo>
                  <a:pt x="858857" y="167615"/>
                  <a:pt x="1430206" y="839650"/>
                  <a:pt x="1430206" y="1645129"/>
                </a:cubicBezTo>
                <a:cubicBezTo>
                  <a:pt x="1430206" y="1990335"/>
                  <a:pt x="1325264" y="2311030"/>
                  <a:pt x="1145543" y="2577054"/>
                </a:cubicBezTo>
                <a:lnTo>
                  <a:pt x="1129991" y="2597850"/>
                </a:lnTo>
                <a:lnTo>
                  <a:pt x="865625" y="2565206"/>
                </a:lnTo>
                <a:lnTo>
                  <a:pt x="694662" y="2338654"/>
                </a:lnTo>
                <a:lnTo>
                  <a:pt x="727281" y="2295034"/>
                </a:lnTo>
                <a:cubicBezTo>
                  <a:pt x="852615" y="2109515"/>
                  <a:pt x="925799" y="1885869"/>
                  <a:pt x="925799" y="1645129"/>
                </a:cubicBezTo>
                <a:cubicBezTo>
                  <a:pt x="925799" y="1123527"/>
                  <a:pt x="582240" y="682167"/>
                  <a:pt x="109066" y="534995"/>
                </a:cubicBezTo>
                <a:lnTo>
                  <a:pt x="0" y="506951"/>
                </a:lnTo>
                <a:lnTo>
                  <a:pt x="117106" y="230540"/>
                </a:lnTo>
                <a:lnTo>
                  <a:pt x="19434" y="0"/>
                </a:lnTo>
                <a:close/>
              </a:path>
            </a:pathLst>
          </a:custGeom>
          <a:gradFill>
            <a:gsLst>
              <a:gs pos="0">
                <a:srgbClr val="FFF9E3"/>
              </a:gs>
              <a:gs pos="38000">
                <a:srgbClr val="FFF2C8"/>
              </a:gs>
              <a:gs pos="50000">
                <a:srgbClr val="FFF2C9"/>
              </a:gs>
              <a:gs pos="84000">
                <a:srgbClr val="FFE89C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C72C05FA-1897-459A-A0C9-18F2B29D4048}"/>
              </a:ext>
            </a:extLst>
          </p:cNvPr>
          <p:cNvSpPr/>
          <p:nvPr/>
        </p:nvSpPr>
        <p:spPr>
          <a:xfrm>
            <a:off x="11271502" y="9300634"/>
            <a:ext cx="9090589" cy="3910110"/>
          </a:xfrm>
          <a:custGeom>
            <a:avLst/>
            <a:gdLst>
              <a:gd name="connsiteX0" fmla="*/ 440499 w 2805961"/>
              <a:gd name="connsiteY0" fmla="*/ 0 h 1206921"/>
              <a:gd name="connsiteX1" fmla="*/ 485871 w 2805961"/>
              <a:gd name="connsiteY1" fmla="*/ 94186 h 1206921"/>
              <a:gd name="connsiteX2" fmla="*/ 1507969 w 2805961"/>
              <a:gd name="connsiteY2" fmla="*/ 702513 h 1206921"/>
              <a:gd name="connsiteX3" fmla="*/ 2329905 w 2805961"/>
              <a:gd name="connsiteY3" fmla="*/ 362057 h 1206921"/>
              <a:gd name="connsiteX4" fmla="*/ 2374512 w 2805961"/>
              <a:gd name="connsiteY4" fmla="*/ 312977 h 1206921"/>
              <a:gd name="connsiteX5" fmla="*/ 2556189 w 2805961"/>
              <a:gd name="connsiteY5" fmla="*/ 553727 h 1206921"/>
              <a:gd name="connsiteX6" fmla="*/ 2805961 w 2805961"/>
              <a:gd name="connsiteY6" fmla="*/ 584569 h 1206921"/>
              <a:gd name="connsiteX7" fmla="*/ 2794153 w 2805961"/>
              <a:gd name="connsiteY7" fmla="*/ 600361 h 1206921"/>
              <a:gd name="connsiteX8" fmla="*/ 1507969 w 2805961"/>
              <a:gd name="connsiteY8" fmla="*/ 1206921 h 1206921"/>
              <a:gd name="connsiteX9" fmla="*/ 42343 w 2805961"/>
              <a:gd name="connsiteY9" fmla="*/ 334617 h 1206921"/>
              <a:gd name="connsiteX10" fmla="*/ 0 w 2805961"/>
              <a:gd name="connsiteY10" fmla="*/ 246717 h 1206921"/>
              <a:gd name="connsiteX11" fmla="*/ 160047 w 2805961"/>
              <a:gd name="connsiteY11" fmla="*/ 34631 h 1206921"/>
              <a:gd name="connsiteX12" fmla="*/ 440499 w 2805961"/>
              <a:gd name="connsiteY12" fmla="*/ 0 h 1206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5961" h="1206921">
                <a:moveTo>
                  <a:pt x="440499" y="0"/>
                </a:moveTo>
                <a:lnTo>
                  <a:pt x="485871" y="94186"/>
                </a:lnTo>
                <a:cubicBezTo>
                  <a:pt x="682709" y="456533"/>
                  <a:pt x="1066613" y="702513"/>
                  <a:pt x="1507969" y="702513"/>
                </a:cubicBezTo>
                <a:cubicBezTo>
                  <a:pt x="1828955" y="702513"/>
                  <a:pt x="2119553" y="572409"/>
                  <a:pt x="2329905" y="362057"/>
                </a:cubicBezTo>
                <a:lnTo>
                  <a:pt x="2374512" y="312977"/>
                </a:lnTo>
                <a:lnTo>
                  <a:pt x="2556189" y="553727"/>
                </a:lnTo>
                <a:lnTo>
                  <a:pt x="2805961" y="584569"/>
                </a:lnTo>
                <a:lnTo>
                  <a:pt x="2794153" y="600361"/>
                </a:lnTo>
                <a:cubicBezTo>
                  <a:pt x="2488437" y="970803"/>
                  <a:pt x="2025777" y="1206921"/>
                  <a:pt x="1507969" y="1206921"/>
                </a:cubicBezTo>
                <a:cubicBezTo>
                  <a:pt x="875092" y="1206921"/>
                  <a:pt x="324598" y="854201"/>
                  <a:pt x="42343" y="334617"/>
                </a:cubicBezTo>
                <a:lnTo>
                  <a:pt x="0" y="246717"/>
                </a:lnTo>
                <a:lnTo>
                  <a:pt x="160047" y="34631"/>
                </a:lnTo>
                <a:lnTo>
                  <a:pt x="440499" y="0"/>
                </a:lnTo>
                <a:close/>
              </a:path>
            </a:pathLst>
          </a:custGeom>
          <a:gradFill>
            <a:gsLst>
              <a:gs pos="0">
                <a:srgbClr val="F4FBF3"/>
              </a:gs>
              <a:gs pos="38000">
                <a:srgbClr val="D8F1D4"/>
              </a:gs>
              <a:gs pos="50000">
                <a:srgbClr val="D8F1D4"/>
              </a:gs>
              <a:gs pos="79000">
                <a:srgbClr val="92D050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5" name="任意多边形: 形状 394">
            <a:extLst>
              <a:ext uri="{FF2B5EF4-FFF2-40B4-BE49-F238E27FC236}">
                <a16:creationId xmlns:a16="http://schemas.microsoft.com/office/drawing/2014/main" id="{34D653C7-AB48-4D78-9EBE-AD49D591658F}"/>
              </a:ext>
            </a:extLst>
          </p:cNvPr>
          <p:cNvSpPr/>
          <p:nvPr/>
        </p:nvSpPr>
        <p:spPr>
          <a:xfrm>
            <a:off x="10799762" y="17700900"/>
            <a:ext cx="5400000" cy="8099672"/>
          </a:xfrm>
          <a:custGeom>
            <a:avLst/>
            <a:gdLst>
              <a:gd name="connsiteX0" fmla="*/ 0 w 5400000"/>
              <a:gd name="connsiteY0" fmla="*/ 0 h 8099672"/>
              <a:gd name="connsiteX1" fmla="*/ 5400000 w 5400000"/>
              <a:gd name="connsiteY1" fmla="*/ 5400000 h 8099672"/>
              <a:gd name="connsiteX2" fmla="*/ 4748249 w 5400000"/>
              <a:gd name="connsiteY2" fmla="*/ 7973960 h 8099672"/>
              <a:gd name="connsiteX3" fmla="*/ 4675967 w 5400000"/>
              <a:gd name="connsiteY3" fmla="*/ 8099672 h 8099672"/>
              <a:gd name="connsiteX4" fmla="*/ 3099418 w 5400000"/>
              <a:gd name="connsiteY4" fmla="*/ 7189450 h 8099672"/>
              <a:gd name="connsiteX5" fmla="*/ 3144056 w 5400000"/>
              <a:gd name="connsiteY5" fmla="*/ 7115974 h 8099672"/>
              <a:gd name="connsiteX6" fmla="*/ 3578557 w 5400000"/>
              <a:gd name="connsiteY6" fmla="*/ 5400000 h 8099672"/>
              <a:gd name="connsiteX7" fmla="*/ 163813 w 5400000"/>
              <a:gd name="connsiteY7" fmla="*/ 1804684 h 8099672"/>
              <a:gd name="connsiteX8" fmla="*/ 0 w 5400000"/>
              <a:gd name="connsiteY8" fmla="*/ 1800542 h 8099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00000" h="8099672">
                <a:moveTo>
                  <a:pt x="0" y="0"/>
                </a:moveTo>
                <a:cubicBezTo>
                  <a:pt x="2982338" y="0"/>
                  <a:pt x="5400000" y="2417660"/>
                  <a:pt x="5400000" y="5400000"/>
                </a:cubicBezTo>
                <a:cubicBezTo>
                  <a:pt x="5400000" y="6331980"/>
                  <a:pt x="5163900" y="7208816"/>
                  <a:pt x="4748249" y="7973960"/>
                </a:cubicBezTo>
                <a:lnTo>
                  <a:pt x="4675967" y="8099672"/>
                </a:lnTo>
                <a:lnTo>
                  <a:pt x="3099418" y="7189450"/>
                </a:lnTo>
                <a:lnTo>
                  <a:pt x="3144056" y="7115974"/>
                </a:lnTo>
                <a:cubicBezTo>
                  <a:pt x="3421157" y="6605878"/>
                  <a:pt x="3578557" y="6021320"/>
                  <a:pt x="3578557" y="5400000"/>
                </a:cubicBezTo>
                <a:cubicBezTo>
                  <a:pt x="3578557" y="3473904"/>
                  <a:pt x="2065944" y="1901104"/>
                  <a:pt x="163813" y="1804684"/>
                </a:cubicBezTo>
                <a:lnTo>
                  <a:pt x="0" y="1800542"/>
                </a:lnTo>
                <a:close/>
              </a:path>
            </a:pathLst>
          </a:custGeom>
          <a:solidFill>
            <a:srgbClr val="FFE8B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8" name="任意多边形: 形状 397">
            <a:extLst>
              <a:ext uri="{FF2B5EF4-FFF2-40B4-BE49-F238E27FC236}">
                <a16:creationId xmlns:a16="http://schemas.microsoft.com/office/drawing/2014/main" id="{8453AF5A-473D-4EB2-8A23-0F1766F369B3}"/>
              </a:ext>
            </a:extLst>
          </p:cNvPr>
          <p:cNvSpPr/>
          <p:nvPr/>
        </p:nvSpPr>
        <p:spPr>
          <a:xfrm>
            <a:off x="6123797" y="24890352"/>
            <a:ext cx="9351933" cy="3610548"/>
          </a:xfrm>
          <a:custGeom>
            <a:avLst/>
            <a:gdLst>
              <a:gd name="connsiteX0" fmla="*/ 7775384 w 9351933"/>
              <a:gd name="connsiteY0" fmla="*/ 0 h 3610548"/>
              <a:gd name="connsiteX1" fmla="*/ 9351933 w 9351933"/>
              <a:gd name="connsiteY1" fmla="*/ 910220 h 3610548"/>
              <a:gd name="connsiteX2" fmla="*/ 9294190 w 9351933"/>
              <a:gd name="connsiteY2" fmla="*/ 1010644 h 3610548"/>
              <a:gd name="connsiteX3" fmla="*/ 4675966 w 9351933"/>
              <a:gd name="connsiteY3" fmla="*/ 3610548 h 3610548"/>
              <a:gd name="connsiteX4" fmla="*/ 57742 w 9351933"/>
              <a:gd name="connsiteY4" fmla="*/ 1010644 h 3610548"/>
              <a:gd name="connsiteX5" fmla="*/ 0 w 9351933"/>
              <a:gd name="connsiteY5" fmla="*/ 910220 h 3610548"/>
              <a:gd name="connsiteX6" fmla="*/ 1544799 w 9351933"/>
              <a:gd name="connsiteY6" fmla="*/ 18330 h 3610548"/>
              <a:gd name="connsiteX7" fmla="*/ 1669347 w 9351933"/>
              <a:gd name="connsiteY7" fmla="*/ 223342 h 3610548"/>
              <a:gd name="connsiteX8" fmla="*/ 4654523 w 9351933"/>
              <a:gd name="connsiteY8" fmla="*/ 1810548 h 3610548"/>
              <a:gd name="connsiteX9" fmla="*/ 7639700 w 9351933"/>
              <a:gd name="connsiteY9" fmla="*/ 223342 h 3610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51933" h="3610548">
                <a:moveTo>
                  <a:pt x="7775384" y="0"/>
                </a:moveTo>
                <a:lnTo>
                  <a:pt x="9351933" y="910220"/>
                </a:lnTo>
                <a:lnTo>
                  <a:pt x="9294190" y="1010644"/>
                </a:lnTo>
                <a:cubicBezTo>
                  <a:pt x="8347099" y="2569348"/>
                  <a:pt x="6633125" y="3610548"/>
                  <a:pt x="4675966" y="3610548"/>
                </a:cubicBezTo>
                <a:cubicBezTo>
                  <a:pt x="2718807" y="3610548"/>
                  <a:pt x="1004834" y="2569348"/>
                  <a:pt x="57742" y="1010644"/>
                </a:cubicBezTo>
                <a:lnTo>
                  <a:pt x="0" y="910220"/>
                </a:lnTo>
                <a:lnTo>
                  <a:pt x="1544799" y="18330"/>
                </a:lnTo>
                <a:lnTo>
                  <a:pt x="1669347" y="223342"/>
                </a:lnTo>
                <a:cubicBezTo>
                  <a:pt x="2316293" y="1180948"/>
                  <a:pt x="3411883" y="1810548"/>
                  <a:pt x="4654523" y="1810548"/>
                </a:cubicBezTo>
                <a:cubicBezTo>
                  <a:pt x="5897164" y="1810548"/>
                  <a:pt x="6992754" y="1180948"/>
                  <a:pt x="7639700" y="223342"/>
                </a:cubicBezTo>
                <a:close/>
              </a:path>
            </a:pathLst>
          </a:custGeom>
          <a:solidFill>
            <a:srgbClr val="FFD7D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1" name="任意多边形: 形状 400">
            <a:extLst>
              <a:ext uri="{FF2B5EF4-FFF2-40B4-BE49-F238E27FC236}">
                <a16:creationId xmlns:a16="http://schemas.microsoft.com/office/drawing/2014/main" id="{B0553171-5930-48BB-B249-EC25290E2406}"/>
              </a:ext>
            </a:extLst>
          </p:cNvPr>
          <p:cNvSpPr/>
          <p:nvPr/>
        </p:nvSpPr>
        <p:spPr>
          <a:xfrm>
            <a:off x="5399763" y="17700900"/>
            <a:ext cx="5399998" cy="8099670"/>
          </a:xfrm>
          <a:custGeom>
            <a:avLst/>
            <a:gdLst>
              <a:gd name="connsiteX0" fmla="*/ 5399998 w 5399998"/>
              <a:gd name="connsiteY0" fmla="*/ 0 h 8099670"/>
              <a:gd name="connsiteX1" fmla="*/ 5399998 w 5399998"/>
              <a:gd name="connsiteY1" fmla="*/ 1800542 h 8099670"/>
              <a:gd name="connsiteX2" fmla="*/ 5378556 w 5399998"/>
              <a:gd name="connsiteY2" fmla="*/ 1800000 h 8099670"/>
              <a:gd name="connsiteX3" fmla="*/ 1778557 w 5399998"/>
              <a:gd name="connsiteY3" fmla="*/ 5400000 h 8099670"/>
              <a:gd name="connsiteX4" fmla="*/ 2213057 w 5399998"/>
              <a:gd name="connsiteY4" fmla="*/ 7115974 h 8099670"/>
              <a:gd name="connsiteX5" fmla="*/ 2268830 w 5399998"/>
              <a:gd name="connsiteY5" fmla="*/ 7207780 h 8099670"/>
              <a:gd name="connsiteX6" fmla="*/ 724032 w 5399998"/>
              <a:gd name="connsiteY6" fmla="*/ 8099670 h 8099670"/>
              <a:gd name="connsiteX7" fmla="*/ 651750 w 5399998"/>
              <a:gd name="connsiteY7" fmla="*/ 7973960 h 8099670"/>
              <a:gd name="connsiteX8" fmla="*/ 0 w 5399998"/>
              <a:gd name="connsiteY8" fmla="*/ 5400000 h 8099670"/>
              <a:gd name="connsiteX9" fmla="*/ 5122116 w 5399998"/>
              <a:gd name="connsiteY9" fmla="*/ 7026 h 8099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99998" h="8099670">
                <a:moveTo>
                  <a:pt x="5399998" y="0"/>
                </a:moveTo>
                <a:lnTo>
                  <a:pt x="5399998" y="1800542"/>
                </a:lnTo>
                <a:lnTo>
                  <a:pt x="5378556" y="1800000"/>
                </a:lnTo>
                <a:cubicBezTo>
                  <a:pt x="3390331" y="1800000"/>
                  <a:pt x="1778557" y="3411772"/>
                  <a:pt x="1778557" y="5400000"/>
                </a:cubicBezTo>
                <a:cubicBezTo>
                  <a:pt x="1778557" y="6021320"/>
                  <a:pt x="1935956" y="6605878"/>
                  <a:pt x="2213057" y="7115974"/>
                </a:cubicBezTo>
                <a:lnTo>
                  <a:pt x="2268830" y="7207780"/>
                </a:lnTo>
                <a:lnTo>
                  <a:pt x="724032" y="8099670"/>
                </a:lnTo>
                <a:lnTo>
                  <a:pt x="651750" y="7973960"/>
                </a:lnTo>
                <a:cubicBezTo>
                  <a:pt x="236099" y="7208816"/>
                  <a:pt x="0" y="6331980"/>
                  <a:pt x="0" y="5400000"/>
                </a:cubicBezTo>
                <a:cubicBezTo>
                  <a:pt x="0" y="2510858"/>
                  <a:pt x="2268918" y="151656"/>
                  <a:pt x="5122116" y="7026"/>
                </a:cubicBezTo>
                <a:close/>
              </a:path>
            </a:pathLst>
          </a:custGeom>
          <a:solidFill>
            <a:srgbClr val="E8F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5" name="任意多边形: 形状 404">
            <a:extLst>
              <a:ext uri="{FF2B5EF4-FFF2-40B4-BE49-F238E27FC236}">
                <a16:creationId xmlns:a16="http://schemas.microsoft.com/office/drawing/2014/main" id="{08E2CC43-E044-4F6C-82E9-8F3C45813BC9}"/>
              </a:ext>
            </a:extLst>
          </p:cNvPr>
          <p:cNvSpPr/>
          <p:nvPr/>
        </p:nvSpPr>
        <p:spPr>
          <a:xfrm>
            <a:off x="10830468" y="14744699"/>
            <a:ext cx="8280000" cy="12419495"/>
          </a:xfrm>
          <a:custGeom>
            <a:avLst/>
            <a:gdLst>
              <a:gd name="connsiteX0" fmla="*/ 0 w 8280000"/>
              <a:gd name="connsiteY0" fmla="*/ 0 h 12419495"/>
              <a:gd name="connsiteX1" fmla="*/ 426087 w 8280000"/>
              <a:gd name="connsiteY1" fmla="*/ 10774 h 12419495"/>
              <a:gd name="connsiteX2" fmla="*/ 8280000 w 8280000"/>
              <a:gd name="connsiteY2" fmla="*/ 8280001 h 12419495"/>
              <a:gd name="connsiteX3" fmla="*/ 7280648 w 8280000"/>
              <a:gd name="connsiteY3" fmla="*/ 12226741 h 12419495"/>
              <a:gd name="connsiteX4" fmla="*/ 7169816 w 8280000"/>
              <a:gd name="connsiteY4" fmla="*/ 12419495 h 12419495"/>
              <a:gd name="connsiteX5" fmla="*/ 4685808 w 8280000"/>
              <a:gd name="connsiteY5" fmla="*/ 10985353 h 12419495"/>
              <a:gd name="connsiteX6" fmla="*/ 4717543 w 8280000"/>
              <a:gd name="connsiteY6" fmla="*/ 10930161 h 12419495"/>
              <a:gd name="connsiteX7" fmla="*/ 5369294 w 8280000"/>
              <a:gd name="connsiteY7" fmla="*/ 8356201 h 12419495"/>
              <a:gd name="connsiteX8" fmla="*/ 247178 w 8280000"/>
              <a:gd name="connsiteY8" fmla="*/ 2963227 h 12419495"/>
              <a:gd name="connsiteX9" fmla="*/ 0 w 8280000"/>
              <a:gd name="connsiteY9" fmla="*/ 2956977 h 1241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0000" h="12419495">
                <a:moveTo>
                  <a:pt x="0" y="0"/>
                </a:moveTo>
                <a:lnTo>
                  <a:pt x="426087" y="10774"/>
                </a:lnTo>
                <a:cubicBezTo>
                  <a:pt x="4800990" y="232538"/>
                  <a:pt x="8280000" y="3849985"/>
                  <a:pt x="8280000" y="8280001"/>
                </a:cubicBezTo>
                <a:cubicBezTo>
                  <a:pt x="8280000" y="9709037"/>
                  <a:pt x="7917980" y="11053519"/>
                  <a:pt x="7280648" y="12226741"/>
                </a:cubicBezTo>
                <a:lnTo>
                  <a:pt x="7169816" y="12419495"/>
                </a:lnTo>
                <a:lnTo>
                  <a:pt x="4685808" y="10985353"/>
                </a:lnTo>
                <a:lnTo>
                  <a:pt x="4717543" y="10930161"/>
                </a:lnTo>
                <a:cubicBezTo>
                  <a:pt x="5133194" y="10165017"/>
                  <a:pt x="5369294" y="9288181"/>
                  <a:pt x="5369294" y="8356201"/>
                </a:cubicBezTo>
                <a:cubicBezTo>
                  <a:pt x="5369294" y="5467059"/>
                  <a:pt x="3100375" y="3107857"/>
                  <a:pt x="247178" y="2963227"/>
                </a:cubicBezTo>
                <a:lnTo>
                  <a:pt x="0" y="2956977"/>
                </a:lnTo>
                <a:close/>
              </a:path>
            </a:pathLst>
          </a:custGeom>
          <a:solidFill>
            <a:srgbClr val="FFF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8" name="任意多边形: 形状 407">
            <a:extLst>
              <a:ext uri="{FF2B5EF4-FFF2-40B4-BE49-F238E27FC236}">
                <a16:creationId xmlns:a16="http://schemas.microsoft.com/office/drawing/2014/main" id="{0A46A00B-540E-42B3-9349-EF8F3A616C23}"/>
              </a:ext>
            </a:extLst>
          </p:cNvPr>
          <p:cNvSpPr/>
          <p:nvPr/>
        </p:nvSpPr>
        <p:spPr>
          <a:xfrm>
            <a:off x="3660652" y="25730054"/>
            <a:ext cx="14339632" cy="5574646"/>
          </a:xfrm>
          <a:custGeom>
            <a:avLst/>
            <a:gdLst>
              <a:gd name="connsiteX0" fmla="*/ 11855624 w 14339632"/>
              <a:gd name="connsiteY0" fmla="*/ 0 h 5574646"/>
              <a:gd name="connsiteX1" fmla="*/ 14339632 w 14339632"/>
              <a:gd name="connsiteY1" fmla="*/ 1434142 h 5574646"/>
              <a:gd name="connsiteX2" fmla="*/ 14251092 w 14339632"/>
              <a:gd name="connsiteY2" fmla="*/ 1588126 h 5574646"/>
              <a:gd name="connsiteX3" fmla="*/ 7169815 w 14339632"/>
              <a:gd name="connsiteY3" fmla="*/ 5574646 h 5574646"/>
              <a:gd name="connsiteX4" fmla="*/ 88539 w 14339632"/>
              <a:gd name="connsiteY4" fmla="*/ 1588126 h 5574646"/>
              <a:gd name="connsiteX5" fmla="*/ 0 w 14339632"/>
              <a:gd name="connsiteY5" fmla="*/ 1434142 h 5574646"/>
              <a:gd name="connsiteX6" fmla="*/ 2437902 w 14339632"/>
              <a:gd name="connsiteY6" fmla="*/ 26618 h 5574646"/>
              <a:gd name="connsiteX7" fmla="*/ 2520887 w 14339632"/>
              <a:gd name="connsiteY7" fmla="*/ 170942 h 5574646"/>
              <a:gd name="connsiteX8" fmla="*/ 7139110 w 14339632"/>
              <a:gd name="connsiteY8" fmla="*/ 2770846 h 5574646"/>
              <a:gd name="connsiteX9" fmla="*/ 11757334 w 14339632"/>
              <a:gd name="connsiteY9" fmla="*/ 170942 h 557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339632" h="5574646">
                <a:moveTo>
                  <a:pt x="11855624" y="0"/>
                </a:moveTo>
                <a:lnTo>
                  <a:pt x="14339632" y="1434142"/>
                </a:lnTo>
                <a:lnTo>
                  <a:pt x="14251092" y="1588126"/>
                </a:lnTo>
                <a:cubicBezTo>
                  <a:pt x="12798886" y="3978138"/>
                  <a:pt x="10170793" y="5574646"/>
                  <a:pt x="7169815" y="5574646"/>
                </a:cubicBezTo>
                <a:cubicBezTo>
                  <a:pt x="4168838" y="5574646"/>
                  <a:pt x="1540745" y="3978138"/>
                  <a:pt x="88539" y="1588126"/>
                </a:cubicBezTo>
                <a:lnTo>
                  <a:pt x="0" y="1434142"/>
                </a:lnTo>
                <a:lnTo>
                  <a:pt x="2437902" y="26618"/>
                </a:lnTo>
                <a:lnTo>
                  <a:pt x="2520887" y="170942"/>
                </a:lnTo>
                <a:cubicBezTo>
                  <a:pt x="3467978" y="1729646"/>
                  <a:pt x="5181951" y="2770846"/>
                  <a:pt x="7139110" y="2770846"/>
                </a:cubicBezTo>
                <a:cubicBezTo>
                  <a:pt x="9096269" y="2770846"/>
                  <a:pt x="10810243" y="1729646"/>
                  <a:pt x="11757334" y="170942"/>
                </a:cubicBezTo>
                <a:close/>
              </a:path>
            </a:pathLst>
          </a:custGeom>
          <a:solidFill>
            <a:srgbClr val="FEF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1" name="任意多边形: 形状 410">
            <a:extLst>
              <a:ext uri="{FF2B5EF4-FFF2-40B4-BE49-F238E27FC236}">
                <a16:creationId xmlns:a16="http://schemas.microsoft.com/office/drawing/2014/main" id="{4C12D31E-FEA9-41EC-B575-7167AB115ADB}"/>
              </a:ext>
            </a:extLst>
          </p:cNvPr>
          <p:cNvSpPr/>
          <p:nvPr/>
        </p:nvSpPr>
        <p:spPr>
          <a:xfrm>
            <a:off x="2550467" y="14744698"/>
            <a:ext cx="8280002" cy="12419498"/>
          </a:xfrm>
          <a:custGeom>
            <a:avLst/>
            <a:gdLst>
              <a:gd name="connsiteX0" fmla="*/ 8280000 w 8280002"/>
              <a:gd name="connsiteY0" fmla="*/ 0 h 12419498"/>
              <a:gd name="connsiteX1" fmla="*/ 8280002 w 8280002"/>
              <a:gd name="connsiteY1" fmla="*/ 1 h 12419498"/>
              <a:gd name="connsiteX2" fmla="*/ 8280002 w 8280002"/>
              <a:gd name="connsiteY2" fmla="*/ 2956978 h 12419498"/>
              <a:gd name="connsiteX3" fmla="*/ 8249295 w 8280002"/>
              <a:gd name="connsiteY3" fmla="*/ 2956202 h 12419498"/>
              <a:gd name="connsiteX4" fmla="*/ 2849296 w 8280002"/>
              <a:gd name="connsiteY4" fmla="*/ 8356202 h 12419498"/>
              <a:gd name="connsiteX5" fmla="*/ 3501046 w 8280002"/>
              <a:gd name="connsiteY5" fmla="*/ 10930162 h 12419498"/>
              <a:gd name="connsiteX6" fmla="*/ 3548087 w 8280002"/>
              <a:gd name="connsiteY6" fmla="*/ 11011974 h 12419498"/>
              <a:gd name="connsiteX7" fmla="*/ 1110185 w 8280002"/>
              <a:gd name="connsiteY7" fmla="*/ 12419498 h 12419498"/>
              <a:gd name="connsiteX8" fmla="*/ 999352 w 8280002"/>
              <a:gd name="connsiteY8" fmla="*/ 12226740 h 12419498"/>
              <a:gd name="connsiteX9" fmla="*/ 0 w 8280002"/>
              <a:gd name="connsiteY9" fmla="*/ 8280002 h 12419498"/>
              <a:gd name="connsiteX10" fmla="*/ 8280000 w 8280002"/>
              <a:gd name="connsiteY10" fmla="*/ 0 h 12419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80002" h="12419498">
                <a:moveTo>
                  <a:pt x="8280000" y="0"/>
                </a:moveTo>
                <a:lnTo>
                  <a:pt x="8280002" y="1"/>
                </a:lnTo>
                <a:lnTo>
                  <a:pt x="8280002" y="2956978"/>
                </a:lnTo>
                <a:lnTo>
                  <a:pt x="8249295" y="2956202"/>
                </a:lnTo>
                <a:cubicBezTo>
                  <a:pt x="5266957" y="2956202"/>
                  <a:pt x="2849296" y="5373862"/>
                  <a:pt x="2849296" y="8356202"/>
                </a:cubicBezTo>
                <a:cubicBezTo>
                  <a:pt x="2849296" y="9288182"/>
                  <a:pt x="3085395" y="10165018"/>
                  <a:pt x="3501046" y="10930162"/>
                </a:cubicBezTo>
                <a:lnTo>
                  <a:pt x="3548087" y="11011974"/>
                </a:lnTo>
                <a:lnTo>
                  <a:pt x="1110185" y="12419498"/>
                </a:lnTo>
                <a:lnTo>
                  <a:pt x="999352" y="12226740"/>
                </a:lnTo>
                <a:cubicBezTo>
                  <a:pt x="362020" y="11053520"/>
                  <a:pt x="0" y="9709038"/>
                  <a:pt x="0" y="8280002"/>
                </a:cubicBezTo>
                <a:cubicBezTo>
                  <a:pt x="0" y="3707082"/>
                  <a:pt x="3707082" y="0"/>
                  <a:pt x="8280000" y="0"/>
                </a:cubicBezTo>
                <a:close/>
              </a:path>
            </a:pathLst>
          </a:custGeom>
          <a:solidFill>
            <a:srgbClr val="E8F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5" name="任意多边形: 形状 414">
            <a:extLst>
              <a:ext uri="{FF2B5EF4-FFF2-40B4-BE49-F238E27FC236}">
                <a16:creationId xmlns:a16="http://schemas.microsoft.com/office/drawing/2014/main" id="{659DD225-6235-4803-A9C3-08CAB67B155D}"/>
              </a:ext>
            </a:extLst>
          </p:cNvPr>
          <p:cNvSpPr/>
          <p:nvPr/>
        </p:nvSpPr>
        <p:spPr>
          <a:xfrm>
            <a:off x="10778319" y="19500900"/>
            <a:ext cx="3600000" cy="5398614"/>
          </a:xfrm>
          <a:custGeom>
            <a:avLst/>
            <a:gdLst>
              <a:gd name="connsiteX0" fmla="*/ 0 w 3600000"/>
              <a:gd name="connsiteY0" fmla="*/ 0 h 5398614"/>
              <a:gd name="connsiteX1" fmla="*/ 3600000 w 3600000"/>
              <a:gd name="connsiteY1" fmla="*/ 3600000 h 5398614"/>
              <a:gd name="connsiteX2" fmla="*/ 3165499 w 3600000"/>
              <a:gd name="connsiteY2" fmla="*/ 5315974 h 5398614"/>
              <a:gd name="connsiteX3" fmla="*/ 3115293 w 3600000"/>
              <a:gd name="connsiteY3" fmla="*/ 5398614 h 5398614"/>
              <a:gd name="connsiteX4" fmla="*/ 0 w 3600000"/>
              <a:gd name="connsiteY4" fmla="*/ 3600000 h 539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00000" h="5398614">
                <a:moveTo>
                  <a:pt x="0" y="0"/>
                </a:moveTo>
                <a:cubicBezTo>
                  <a:pt x="1988225" y="0"/>
                  <a:pt x="3600000" y="1611774"/>
                  <a:pt x="3600000" y="3600000"/>
                </a:cubicBezTo>
                <a:cubicBezTo>
                  <a:pt x="3600000" y="4221320"/>
                  <a:pt x="3442600" y="4805878"/>
                  <a:pt x="3165499" y="5315974"/>
                </a:cubicBezTo>
                <a:lnTo>
                  <a:pt x="3115293" y="5398614"/>
                </a:lnTo>
                <a:lnTo>
                  <a:pt x="0" y="3600000"/>
                </a:lnTo>
                <a:close/>
              </a:path>
            </a:pathLst>
          </a:custGeom>
          <a:solidFill>
            <a:srgbClr val="FFE89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8" name="任意多边形: 形状 417">
            <a:extLst>
              <a:ext uri="{FF2B5EF4-FFF2-40B4-BE49-F238E27FC236}">
                <a16:creationId xmlns:a16="http://schemas.microsoft.com/office/drawing/2014/main" id="{87CF5CB4-FA3F-4254-AE88-27742BD36A14}"/>
              </a:ext>
            </a:extLst>
          </p:cNvPr>
          <p:cNvSpPr/>
          <p:nvPr/>
        </p:nvSpPr>
        <p:spPr>
          <a:xfrm>
            <a:off x="7663026" y="23100900"/>
            <a:ext cx="6230586" cy="3600000"/>
          </a:xfrm>
          <a:custGeom>
            <a:avLst/>
            <a:gdLst>
              <a:gd name="connsiteX0" fmla="*/ 3115292 w 6230586"/>
              <a:gd name="connsiteY0" fmla="*/ 0 h 3600000"/>
              <a:gd name="connsiteX1" fmla="*/ 6230586 w 6230586"/>
              <a:gd name="connsiteY1" fmla="*/ 1798616 h 3600000"/>
              <a:gd name="connsiteX2" fmla="*/ 6100470 w 6230586"/>
              <a:gd name="connsiteY2" fmla="*/ 2012794 h 3600000"/>
              <a:gd name="connsiteX3" fmla="*/ 3115293 w 6230586"/>
              <a:gd name="connsiteY3" fmla="*/ 3600000 h 3600000"/>
              <a:gd name="connsiteX4" fmla="*/ 130117 w 6230586"/>
              <a:gd name="connsiteY4" fmla="*/ 2012794 h 3600000"/>
              <a:gd name="connsiteX5" fmla="*/ 0 w 6230586"/>
              <a:gd name="connsiteY5" fmla="*/ 1798614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0586" h="3600000">
                <a:moveTo>
                  <a:pt x="3115292" y="0"/>
                </a:moveTo>
                <a:lnTo>
                  <a:pt x="6230586" y="1798616"/>
                </a:lnTo>
                <a:lnTo>
                  <a:pt x="6100470" y="2012794"/>
                </a:lnTo>
                <a:cubicBezTo>
                  <a:pt x="5453523" y="2970400"/>
                  <a:pt x="4357934" y="3600000"/>
                  <a:pt x="3115293" y="3600000"/>
                </a:cubicBezTo>
                <a:cubicBezTo>
                  <a:pt x="1872653" y="3600000"/>
                  <a:pt x="777063" y="2970400"/>
                  <a:pt x="130117" y="2012794"/>
                </a:cubicBezTo>
                <a:lnTo>
                  <a:pt x="0" y="1798614"/>
                </a:lnTo>
                <a:close/>
              </a:path>
            </a:pathLst>
          </a:custGeom>
          <a:solidFill>
            <a:srgbClr val="FEB7B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1" name="任意多边形: 形状 420">
            <a:extLst>
              <a:ext uri="{FF2B5EF4-FFF2-40B4-BE49-F238E27FC236}">
                <a16:creationId xmlns:a16="http://schemas.microsoft.com/office/drawing/2014/main" id="{7DABDC09-D3BD-4BA6-B7D7-38DBD6B6F6B0}"/>
              </a:ext>
            </a:extLst>
          </p:cNvPr>
          <p:cNvSpPr/>
          <p:nvPr/>
        </p:nvSpPr>
        <p:spPr>
          <a:xfrm>
            <a:off x="7178319" y="19500900"/>
            <a:ext cx="3600000" cy="5398614"/>
          </a:xfrm>
          <a:custGeom>
            <a:avLst/>
            <a:gdLst>
              <a:gd name="connsiteX0" fmla="*/ 3600000 w 3600000"/>
              <a:gd name="connsiteY0" fmla="*/ 0 h 5398614"/>
              <a:gd name="connsiteX1" fmla="*/ 3600000 w 3600000"/>
              <a:gd name="connsiteY1" fmla="*/ 3599998 h 5398614"/>
              <a:gd name="connsiteX2" fmla="*/ 484706 w 3600000"/>
              <a:gd name="connsiteY2" fmla="*/ 5398614 h 5398614"/>
              <a:gd name="connsiteX3" fmla="*/ 434501 w 3600000"/>
              <a:gd name="connsiteY3" fmla="*/ 5315974 h 5398614"/>
              <a:gd name="connsiteX4" fmla="*/ 0 w 3600000"/>
              <a:gd name="connsiteY4" fmla="*/ 3600000 h 5398614"/>
              <a:gd name="connsiteX5" fmla="*/ 3600000 w 3600000"/>
              <a:gd name="connsiteY5" fmla="*/ 0 h 539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00000" h="5398614">
                <a:moveTo>
                  <a:pt x="3600000" y="0"/>
                </a:moveTo>
                <a:lnTo>
                  <a:pt x="3600000" y="3599998"/>
                </a:lnTo>
                <a:lnTo>
                  <a:pt x="484706" y="5398614"/>
                </a:lnTo>
                <a:lnTo>
                  <a:pt x="434501" y="5315974"/>
                </a:lnTo>
                <a:cubicBezTo>
                  <a:pt x="157400" y="4805878"/>
                  <a:pt x="0" y="4221320"/>
                  <a:pt x="0" y="3600000"/>
                </a:cubicBezTo>
                <a:cubicBezTo>
                  <a:pt x="0" y="1611774"/>
                  <a:pt x="1611775" y="0"/>
                  <a:pt x="3600000" y="0"/>
                </a:cubicBezTo>
                <a:close/>
              </a:path>
            </a:pathLst>
          </a:custGeom>
          <a:solidFill>
            <a:srgbClr val="B9D3E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8" name="椭圆 437">
            <a:extLst>
              <a:ext uri="{FF2B5EF4-FFF2-40B4-BE49-F238E27FC236}">
                <a16:creationId xmlns:a16="http://schemas.microsoft.com/office/drawing/2014/main" id="{B35422B2-7186-4719-AAB9-0E431C5A2029}"/>
              </a:ext>
            </a:extLst>
          </p:cNvPr>
          <p:cNvSpPr/>
          <p:nvPr/>
        </p:nvSpPr>
        <p:spPr>
          <a:xfrm>
            <a:off x="9316931" y="21660900"/>
            <a:ext cx="2880000" cy="28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40" name="直接连接符 439">
            <a:extLst>
              <a:ext uri="{FF2B5EF4-FFF2-40B4-BE49-F238E27FC236}">
                <a16:creationId xmlns:a16="http://schemas.microsoft.com/office/drawing/2014/main" id="{A487F1D3-C4C5-4877-964F-F843D120B4DA}"/>
              </a:ext>
            </a:extLst>
          </p:cNvPr>
          <p:cNvCxnSpPr>
            <a:cxnSpLocks/>
          </p:cNvCxnSpPr>
          <p:nvPr/>
        </p:nvCxnSpPr>
        <p:spPr>
          <a:xfrm flipH="1" flipV="1">
            <a:off x="3802744" y="18634530"/>
            <a:ext cx="5514187" cy="3688441"/>
          </a:xfrm>
          <a:prstGeom prst="line">
            <a:avLst/>
          </a:prstGeom>
          <a:ln w="76200">
            <a:solidFill>
              <a:srgbClr val="B9D3E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直接连接符 440">
            <a:extLst>
              <a:ext uri="{FF2B5EF4-FFF2-40B4-BE49-F238E27FC236}">
                <a16:creationId xmlns:a16="http://schemas.microsoft.com/office/drawing/2014/main" id="{93D8F070-0D04-4FA8-9917-E3826306F40A}"/>
              </a:ext>
            </a:extLst>
          </p:cNvPr>
          <p:cNvCxnSpPr>
            <a:cxnSpLocks/>
          </p:cNvCxnSpPr>
          <p:nvPr/>
        </p:nvCxnSpPr>
        <p:spPr>
          <a:xfrm flipV="1">
            <a:off x="12016050" y="18211801"/>
            <a:ext cx="5376600" cy="4239985"/>
          </a:xfrm>
          <a:prstGeom prst="line">
            <a:avLst/>
          </a:prstGeom>
          <a:ln w="76200">
            <a:solidFill>
              <a:srgbClr val="FFD54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直接连接符 443">
            <a:extLst>
              <a:ext uri="{FF2B5EF4-FFF2-40B4-BE49-F238E27FC236}">
                <a16:creationId xmlns:a16="http://schemas.microsoft.com/office/drawing/2014/main" id="{65E76863-C9C5-44D2-923F-66A721498A19}"/>
              </a:ext>
            </a:extLst>
          </p:cNvPr>
          <p:cNvCxnSpPr>
            <a:cxnSpLocks/>
            <a:stCxn id="438" idx="4"/>
          </p:cNvCxnSpPr>
          <p:nvPr/>
        </p:nvCxnSpPr>
        <p:spPr>
          <a:xfrm>
            <a:off x="10756931" y="24540900"/>
            <a:ext cx="73537" cy="6763800"/>
          </a:xfrm>
          <a:prstGeom prst="line">
            <a:avLst/>
          </a:prstGeom>
          <a:ln w="76200">
            <a:solidFill>
              <a:srgbClr val="FEB7B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607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佳慧 王</cp:lastModifiedBy>
  <cp:revision>54</cp:revision>
  <dcterms:created xsi:type="dcterms:W3CDTF">2025-09-29T11:46:49Z</dcterms:created>
  <dcterms:modified xsi:type="dcterms:W3CDTF">2025-10-27T00:59:18Z</dcterms:modified>
</cp:coreProperties>
</file>